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AI Grammar Checker</a:t>
            </a:r>
          </a:p>
          <a:p>
            <a:pPr>
              <a:defRPr sz="2200">
                <a:solidFill>
                  <a:srgbClr val="DCE6FF"/>
                </a:solidFill>
              </a:defRPr>
            </a:pPr>
            <a:r>
              <a:t>Professional Project Presentation</a:t>
            </a:r>
            <a:br/>
            <a:r>
              <a:t>Python • Streamlit • Groq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Correct grammar and improve English sentences using Artificial Intelligence.</a:t>
            </a:r>
          </a:p>
          <a:p>
            <a:pPr>
              <a:defRPr sz="2200"/>
            </a:pPr>
            <a:r>
              <a:t>• Help users write clear, accurate and professional content.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Understand text editing with AI.</a:t>
            </a:r>
          </a:p>
          <a:p>
            <a:pPr>
              <a:defRPr sz="2200"/>
            </a:pPr>
            <a:r>
              <a:t>• Learn prompt engineering.</a:t>
            </a:r>
          </a:p>
          <a:p>
            <a:pPr>
              <a:defRPr sz="2200"/>
            </a:pPr>
            <a:r>
              <a:t>• Integrate Groq LLM with Python.</a:t>
            </a:r>
          </a:p>
          <a:p>
            <a:pPr>
              <a:defRPr sz="2200"/>
            </a:pPr>
            <a:r>
              <a:t>• Develop interactive apps using Streamlit.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Python – Backend logic</a:t>
            </a:r>
          </a:p>
          <a:p>
            <a:pPr>
              <a:defRPr sz="2200"/>
            </a:pPr>
            <a:r>
              <a:t>• Streamlit – Web interface</a:t>
            </a:r>
          </a:p>
          <a:p>
            <a:pPr>
              <a:defRPr sz="2200"/>
            </a:pPr>
            <a:r>
              <a:t>• Groq – AI language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User Input</a:t>
            </a:r>
          </a:p>
          <a:p>
            <a:pPr>
              <a:defRPr sz="2200"/>
            </a:pPr>
            <a:r>
              <a:t>• Streamlit Interface</a:t>
            </a:r>
          </a:p>
          <a:p>
            <a:pPr>
              <a:defRPr sz="2200"/>
            </a:pPr>
            <a:r>
              <a:t>• Python Backend</a:t>
            </a:r>
          </a:p>
          <a:p>
            <a:pPr>
              <a:defRPr sz="2200"/>
            </a:pPr>
            <a:r>
              <a:t>• Groq API</a:t>
            </a:r>
          </a:p>
          <a:p>
            <a:pPr>
              <a:defRPr sz="2200"/>
            </a:pPr>
            <a:r>
              <a:t>• Corrected Output &amp; Explanations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Grammar Correction</a:t>
            </a:r>
          </a:p>
          <a:p>
            <a:pPr>
              <a:defRPr sz="2200"/>
            </a:pPr>
            <a:r>
              <a:t>• Improved Writing</a:t>
            </a:r>
          </a:p>
          <a:p>
            <a:pPr>
              <a:defRPr sz="2200"/>
            </a:pPr>
            <a:r>
              <a:t>• Professional Rewrite</a:t>
            </a:r>
          </a:p>
          <a:p>
            <a:pPr>
              <a:defRPr sz="2200"/>
            </a:pPr>
            <a:r>
              <a:t>• Grammar Mistake Explanation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Enter text</a:t>
            </a:r>
          </a:p>
          <a:p>
            <a:pPr>
              <a:defRPr sz="2200"/>
            </a:pPr>
            <a:r>
              <a:t>• Prompt sent to Groq</a:t>
            </a:r>
          </a:p>
          <a:p>
            <a:pPr>
              <a:defRPr sz="2200"/>
            </a:pPr>
            <a:r>
              <a:t>• AI analyzes grammar</a:t>
            </a:r>
          </a:p>
          <a:p>
            <a:pPr>
              <a:defRPr sz="2200"/>
            </a:pPr>
            <a:r>
              <a:t>• Display corrected sentence, rewrite and explanations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Sample Input &amp;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Input: she don't know how to write a email.</a:t>
            </a:r>
          </a:p>
          <a:p>
            <a:pPr>
              <a:defRPr sz="2200"/>
            </a:pPr>
            <a:r>
              <a:t>• Output: She doesn't know how to write an email.</a:t>
            </a:r>
          </a:p>
          <a:p>
            <a:pPr>
              <a:defRPr sz="2200"/>
            </a:pPr>
            <a:r>
              <a:t>• Explanation: Subject–verb agreement, capitalization and article usage corrected.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Fast and accurate</a:t>
            </a:r>
          </a:p>
          <a:p>
            <a:pPr>
              <a:defRPr sz="2200"/>
            </a:pPr>
            <a:r>
              <a:t>• Improves writing skills</a:t>
            </a:r>
          </a:p>
          <a:p>
            <a:pPr>
              <a:defRPr sz="2200"/>
            </a:pPr>
            <a:r>
              <a:t>• Easy to use</a:t>
            </a:r>
          </a:p>
          <a:p>
            <a:pPr>
              <a:defRPr sz="2200"/>
            </a:pPr>
            <a:r>
              <a:t>• Professional quality 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Voice input</a:t>
            </a:r>
          </a:p>
          <a:p>
            <a:pPr>
              <a:defRPr sz="2200"/>
            </a:pPr>
            <a:r>
              <a:t>• PDF/DOCX support</a:t>
            </a:r>
          </a:p>
          <a:p>
            <a:pPr>
              <a:defRPr sz="2200"/>
            </a:pPr>
            <a:r>
              <a:t>• Multiple languages</a:t>
            </a:r>
          </a:p>
          <a:p>
            <a:pPr>
              <a:defRPr sz="2200"/>
            </a:pPr>
            <a:r>
              <a:t>• Writing score</a:t>
            </a:r>
          </a:p>
          <a:p>
            <a:pPr>
              <a:defRPr sz="2200"/>
            </a:pPr>
            <a:r>
              <a:t>• Download reports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AI Grammar Checker enhances English writing by correcting grammar, improving readability and explaining mistakes using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